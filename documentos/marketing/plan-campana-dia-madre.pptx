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Campaña Día de la Madre 2026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Ponqué Ponqué Calarcá — plan de marketing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Aumentar en 20% los pedidos de la semana del Día de la Madre frente al mes anterior.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Canales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Instagram (pauta + orgánico)</a:t>
            </a:r>
          </a:p>
          <a:p>
            <a:r>
              <a:t>WhatsApp (catálogo a clientes frecuentes)</a:t>
            </a:r>
          </a:p>
          <a:p>
            <a:r>
              <a:t>Volanteo en puntos de venta aliados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Presupuesto y cronograma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Presupuesto: $1.500.000 COP</a:t>
            </a:r>
          </a:p>
          <a:p>
            <a:r>
              <a:t>Del 20 de abril al 10 de mayo de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